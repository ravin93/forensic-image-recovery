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719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 de présentation + 10 min Q/R. Rappeler le contexte forensique en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contexte réel : dump disque, fichiers récupérés partiels. Citer Autopsy/Foremost comme contexte.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Mentionner que le projet était prévu à deux et a été réalisé seul. 398 tests = gage de robustesse.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live : mixed heavy sur une photo réelle. Décrire le masque exact retourné par chaque corruption.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_build_adaptive_plan : familles ordonnées selon le type détecté. Conservative = baseline toujours présent.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compute_supervised_score : formule pondérée. Expliquer pourquoi le score aveugle est heuristique.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tout détailler. Insister sur K17 copy-move et K19 rapport légal — les plus forensic. K8 PatchMatch = algo custom.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nettoyage : montrer les logs au démarrage. H4 audit : ouvrir audit.jsonl en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Avoir les screenshots des résultats prêts. Montrer le graphique PSNR du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LIVE ici. Avoir le serveur uvicorn déjà démarré. Image de Burano (photo colorée) donne de bons résultats visuels.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limite grande zone live si possible. Expliquer que les limites sont connues et documentées = gage de maturité.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Mentionner que LaMa sur M1 8Go est faisable via MPS. Criminisi est l'amélioration algo la plus impactante.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Résumé de tout ce qui a été fait. Insister : projet solo, 398 tests, 12 modules forensiques au-delà du CDC.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les 3 points clés si le jury pose une question ouverte : (1) pipeline adaptatif, (2) scoring double mode, (3) modules K forensiques. Mentionner que le projet a été réalisé en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ESGI — 4ème Année Cybersécurité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d'images corrompues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de fragments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— Proof of Concept  |  Projet Annuel 2025/2026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THILAGARASA Ravin  —  Juillet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présentation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58368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978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58368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0025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58368" y="2770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807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reconstruction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368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611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implémentés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105156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47488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11978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forensiques avancés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856232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47488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0025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Démonstration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2660904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047488" y="2770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807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d'analyses forensiques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fichiers récupérés depuis un dump disque sont souvent fragmentés ou partiellement endommagés. La restauration manuelle est 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lente, imprécise et non reproductible.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Fragments binaires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Headers/footers JPEG/PNG dispersés dans un dump .dd ou .bin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23317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02152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Corruption partielle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152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supprimées, rayées, bruitées ou dégradées par erreur matérielle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2784" y="23317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9944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difficile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9944" y="2743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métrique objective sans l'original — scoring heuristique nécessaire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Concevoir un outil Python automatisé de reconstruction forensique avec scoring et rapport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système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261872" cy="822960"/>
          </a:xfrm>
          <a:prstGeom prst="roundRect">
            <a:avLst>
              <a:gd name="adj" fmla="val 7778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36192" y="1417320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737360" y="1005840"/>
            <a:ext cx="1261872" cy="822960"/>
          </a:xfrm>
          <a:prstGeom prst="roundRect">
            <a:avLst>
              <a:gd name="adj" fmla="val 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737360" y="100584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Simulée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99232" y="1417320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1261872" cy="822960"/>
          </a:xfrm>
          <a:prstGeom prst="roundRect">
            <a:avLst>
              <a:gd name="adj" fmla="val 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0" y="100584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1417320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261872" cy="822960"/>
          </a:xfrm>
          <a:prstGeom prst="roundRect">
            <a:avLst>
              <a:gd name="adj" fmla="val 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63440" y="100584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Multi-strat.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25312" y="1417320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1261872" cy="822960"/>
          </a:xfrm>
          <a:prstGeom prst="roundRect">
            <a:avLst>
              <a:gd name="adj" fmla="val 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26480" y="100584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PSNR/SSIM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88352" y="1417320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589520" y="1005840"/>
            <a:ext cx="1261872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589520" y="100584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JSON/PDF/HTML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51460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257860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898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84832" y="251460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084832" y="257860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84832" y="2898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Swagger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03904" y="251460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803904" y="257860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 4.13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03904" y="2898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Inpainting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22976" y="251460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522976" y="257860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scikit-image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22976" y="2898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/ SSIM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42048" y="251460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242048" y="257860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ReportLab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42048" y="28986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PDF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5204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398 tests pytest automatisés — 0 </a:t>
            </a:r>
            <a:r>
              <a:rPr lang="en-US" sz="1200" b="1" dirty="0" err="1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</a:t>
            </a: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types de corruption simulée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5488" y="112471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scratch_lines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Rayures diagonales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7099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Négatifs rayés, supports optiques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401568" y="112471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multiple_bars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01568" y="14173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Barres H/V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01568" y="17099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transmission réseau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27648" y="112471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large_deleted_square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27648" y="141732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 carré supprimé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170992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cluster disque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5488" y="258775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random_holes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88036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Trous aléatoires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" y="317296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blocks, corruption NAND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51460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01568" y="258775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block_dropout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01568" y="288036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Blocs JPEG perdus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317296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paquets, JPEG partiel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514600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27648" y="258775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27648" y="288036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Combiné multi-dégradation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317296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forensique réel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0416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 autres types : noise, local_blur, shift_region, rectangle_mask, bar_corruption, jpeg_artifacts...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de reconstruction adaptatif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run_repair_pipeline(corruption_type, max_attempts)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690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Inpainting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Stratégies : r3 / r5 / r7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14600" y="16459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zones supprimées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0690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PatchMatch K8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Stratégies : p7 / p9 / p11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03720" y="16459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grandes zones + textures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0690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Stratégies : denoise→inpaint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inpaint→sharpen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29718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corruptions mixtes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0690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920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291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Stratégies : median / gaussian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bilateral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29718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bruit, interférence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041648"/>
            <a:ext cx="8412480" cy="41148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sélectionne automatiquement l'ordre des familles selon corruption_type → meilleur candidat par score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de scoring PSNR / SSIM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supervisé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disponible — score précis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0.60×SSIM + 0.20×PSNR/100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+ 0.30×gain_SSIM + 0.20×gain_PSNR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Normalisé 0 → 100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aveugle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original — heuristique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755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Netteté (Laplacien) 25%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2048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Bruit résiduel 20%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2340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Continuité Canny 20%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2633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Cohérence couleur 15%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593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356616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560320" y="3593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60–79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60320" y="39319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54880" y="3593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40–59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39319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356616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949440" y="3593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39319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modules d'analyse </a:t>
            </a:r>
            <a:r>
              <a:rPr lang="en-US" sz="2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forensique</a:t>
            </a: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9339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Text 4"/>
          <p:cNvSpPr/>
          <p:nvPr/>
        </p:nvSpPr>
        <p:spPr>
          <a:xfrm>
            <a:off x="429768" y="11247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29768" y="139903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PatchMatch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Inpainting exemplar-based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GPU (Barnes 2009)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99339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578608" y="11247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78608" y="139903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608" y="1691640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Logiciels retouche, dates,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score suspicion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199339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4727448" y="11247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27448" y="139903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Copy-Move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7448" y="1691640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+ BFMatcher Hamming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 zones suspectes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1051560"/>
            <a:ext cx="199339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76288" y="11247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76288" y="139903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Stéga LSB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76288" y="1691640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Entropie bits poids faible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anomalie 0–1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532888"/>
            <a:ext cx="199339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9768" y="26060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288036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PRNU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317296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résiduel + heatmap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capteur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2532888"/>
            <a:ext cx="199339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578608" y="26060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78608" y="288036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78608" y="317296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107 features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fragments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2532888"/>
            <a:ext cx="199339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727448" y="26060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27448" y="288036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légal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27448" y="317296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SHA-256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juridique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66560" y="2532888"/>
            <a:ext cx="1993392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876288" y="26060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76288" y="288036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76288" y="317296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événements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JSON forensic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&amp; Audit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uploads — Magic bytes JPEG (\xFF\xD8\xFF) et PNG (\x89PNG) vérifiés avant tout traitement. Extension whitelist + taille max 20 MB. Fichier renommé avec mauvaise extension → HTTP 422.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03911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accès fichiers — GET /files/serve restreint aux chemins sous data/ uniquement. Accès à /etc/passwd ou /tmp/ → HTTP 403.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99923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automatique — Au démarrage : input &gt;24h, corrupted/masks/reconstructed &gt;48h, analyses &gt;7j. Observé : 3 873 fichiers nettoyés lors d'un redémarrage.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399592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5935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JSONL — Chaque requête loggée dans data/logs/audit.jsonl : request_id, IP, SHA-256, corruption_type, processing_time_s, status.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expérimentaux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verts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échec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560320" y="103327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≥75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moyen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0" y="103327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fichier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0" y="10058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949440" y="103327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841248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corruption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Sévérité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PSNR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scratch_lines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 / 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+26.9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inpainting_r3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 / 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+23.7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inpainting_r3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multiple_bars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 / 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+16.3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inpainting_r3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large_deleted_square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 / 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inpainting_r7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69848"/>
            <a:ext cx="411480" cy="50292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6984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photo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une image réelle dans forensic_ui.html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7200" y="1819656"/>
            <a:ext cx="411480" cy="50292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81965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1847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Corruption 'mixed heavy'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le triptyque original / corrompu / masque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2569464"/>
            <a:ext cx="411480" cy="50292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256946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2596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8712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8 stratégies — inpainting_r3 sélectionné, score ~75/100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57200" y="3319272"/>
            <a:ext cx="411480" cy="50292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331927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3346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HTML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6210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GET /reports/html/{id} — self-contained, images base64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0507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411480" cy="50292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" y="40690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Éditeur de masque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37083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Dessiner manuellement la zone, lancer /repair-with-mask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identifiées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789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Grandes zones supprimées (&gt;15%)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Telea/NS produit des artefacts. Score chute sur large_deleted_square heavy.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97510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aveugle sur images sombres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2494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 sur scènes nocturnes. IoU &lt; 0.7 sur images naturellement sombres.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841248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8712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aveugle = estimation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1455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original, le score est heuristique. Classement candidats peut différer du supervisé.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841248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76732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76732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deep learning en prod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04164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 (K9) préparé mais nécessite GPU + modèle. Non activé par défaut.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161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LaMa Deep Inpainting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6362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PyTorch MPS (Mac M1 compatible). Module K9 déjà préparé, en attente poids modèle ~200 Mo.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83480" y="1161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 Algorithme Criminisi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56362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Exemplar-based avec priorité structure + texture. Meilleur que PatchMatch sur bords et contours.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Export formats forensiques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0954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DFXML (Digital Forensics XML), CASE (Cyber-investigation Analysis Standard Expression).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69748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983480" y="2807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Traitement par lot (batch)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320954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pour traitement de plusieurs dumps en parallèle. Mode CLI étendu.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— Ce qui a été réalisé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 types de corruption simulée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 stratégies de reconstruction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5292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Scoring supervisé + aveugle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51129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Rapports JSON / PDF / HTML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2" name="Text 10"/>
          <p:cNvSpPr/>
          <p:nvPr/>
        </p:nvSpPr>
        <p:spPr>
          <a:xfrm>
            <a:off x="3383280" y="1078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modules forensiques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3619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PatchMatch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(Barnes 2009)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EXIF / K17 Copy-Move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85292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LSB / K18 PRNU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51129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Clustering DBSCAN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63640" y="1078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&amp; Sécurité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53619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398 tests pytest — 0 échec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magic bytes / cleanup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85292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JSONL / restrict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351129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 / 8 scénarios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675373" y="2751221"/>
            <a:ext cx="3200400" cy="320040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THILAGARASA Ravin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Annuel ESGI — Cybersécurité 4ème année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3697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: LAVIGNE Geoffrey — glavigne@esgi.fr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|  398 tests  |  12 modules forensiques  |  FastAPI + OpenCV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1448</Words>
  <Application>Microsoft Macintosh PowerPoint</Application>
  <PresentationFormat>Affichage à l'écran (16:9)</PresentationFormat>
  <Paragraphs>293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Forensic Image Recovery — Soutenance PA 2026</dc:title>
  <dc:subject>PptxGenJS Presentation</dc:subject>
  <dc:creator>THILAGARASA Ravin | PAMPANA Richard</dc:creator>
  <cp:lastModifiedBy>Ravin THILAGARASA</cp:lastModifiedBy>
  <cp:revision>2</cp:revision>
  <dcterms:created xsi:type="dcterms:W3CDTF">2026-06-09T17:56:59Z</dcterms:created>
  <dcterms:modified xsi:type="dcterms:W3CDTF">2026-06-09T19:24:39Z</dcterms:modified>
</cp:coreProperties>
</file>